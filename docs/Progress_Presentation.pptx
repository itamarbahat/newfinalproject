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8CAAF9-ED3F-7B5C-6044-673A03FF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EEE8B72-BB0F-B030-6E65-14A9AE50E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D9FBDC0-4689-594B-7959-5BE2F81B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FAF2FBE-30E2-9B1C-7F4D-9F8CACE2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C82A59B-AED3-42EF-5765-6392B21B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306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0B27C1-6A8A-298E-FA2D-638DBD7A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D8AC2C-5C72-0FAF-3A3D-1C6CF5E4E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E8031C5-1A90-9DEA-1913-2874199B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0CFE126-9B4C-669B-56D3-13EF94FE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299A241-38A8-7317-26F4-FA22F29D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765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4AD381-687E-9AC5-2273-D843FF4D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90AA24D-23AA-AA35-DAA3-E4D98EAC8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CDAA9C-9366-D7AB-6724-C864C014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B48F983-58B4-74E6-1D7E-0555F2B6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F248A83-43C8-7812-9FA2-2AC83DC2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093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EE029C-77E9-4369-8392-73A19D5C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B03659-A6ED-6E11-9C3C-A7372E48E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A1A96E6-75E6-174B-226B-E1CB5A078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D11B541-FE57-CF20-E177-10E17363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E1F4D5C-3731-1B7F-117C-142DC353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EEAC866-8218-6622-4CEF-AE5921A8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33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A1BDFE-4FE9-2AEC-4CCD-4FDB6DC3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B9ECF8D-20B0-43E3-030D-E3D169C46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A38A4DB-FF4C-AC23-CC85-8301176AF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C283679-43FC-E090-A74D-75BD54B86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7DC0EDF-6C52-D6C5-D539-1B694F5AF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C9F92E1-EB73-B51A-9FC4-FB63A05C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079440A-95BE-A81A-BF53-5ABB9827F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6D24BAE-15F1-254C-0A4A-29F84239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840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0724B7-0B3D-1C16-32F0-C59645F8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4C6BE53-BCAF-DF84-684B-7F6F656D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9021732-AD2C-2DDC-17EF-126A861B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7EDD70C-CD50-DFC3-6B8D-DB920A30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613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9783332-35C1-53A7-2147-7813B49D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1E0B043-1700-52E0-F8BA-B6286B0AF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271DA66-A6BA-09A7-A3AF-9E484021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720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D4C064-25DE-93C0-95C8-3DE51F3C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82B461-E7B4-6858-2735-368D77F35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58C0FB0-6506-7042-B9C2-9DC77F0D7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84DB606-0470-C036-1DC4-775356B0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CEA9858-5138-5BBE-CC27-239B5079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DA65C25-EDFA-F408-AAB4-0EAB981D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10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60DF0F6-D6DE-C05B-212D-70AEDB0BF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3C3D9EE-880F-9ED4-4C54-991BE4394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7E7FD8A-26B2-07DC-F653-05EA9483D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3024365-089A-94B0-8CB5-5B427C1B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4087F16-4654-2739-B807-73122CAC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F23B21A-5A44-43C0-6F6B-1E7251A3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290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F1E83D-2EA0-F1FE-D6E8-BCEA4793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8C0E12A-85E8-4B1A-782E-1EDF2DB50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9F4FFC1-DC21-326D-670B-9958B7C8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6C4EEB-138A-FD42-FAB7-E40FE232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785B1FF-3EFD-D0AA-2E57-19AF7E80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320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8C184E8-B136-0590-49F5-195935217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4F8D8FC-3EB6-28BE-9BBA-1FA372F52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7109EF3-7773-6F44-6920-7505F871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0055EA8-7CC8-76E2-F12A-7521593C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4AAC46A-3167-C382-89B5-C8CD19E2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234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12D0230-93A0-7F2F-5A03-C9CEFB30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28B0763-7079-693B-E99D-7D5312DA3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6AC027F-84E1-8584-6FEB-F77C5446B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D0972-D5FE-4AFB-86B2-2CB1318321F7}" type="datetimeFigureOut">
              <a:rPr lang="he-IL" smtClean="0"/>
              <a:t>כ"ה/אדר/תשפ"ו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900BEE-642F-9376-F95D-01CAB9100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56E9C31-934F-E034-B1EA-A69E99C06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7C9C5-AC4A-446C-8111-3AE7A7935D8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755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CA05413-FDC0-01B9-053E-35AF0A63A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1744" y="1101852"/>
            <a:ext cx="8470392" cy="4654296"/>
          </a:xfrm>
        </p:spPr>
        <p:txBody>
          <a:bodyPr>
            <a:normAutofit/>
          </a:bodyPr>
          <a:lstStyle/>
          <a:p>
            <a:r>
              <a:rPr lang="en-US" sz="2000" b="1" i="0" u="none" strike="noStrike" baseline="0" dirty="0">
                <a:latin typeface="TimesNewRomanPS-BoldMT"/>
              </a:rPr>
              <a:t>Classification of objects at a very low resolution</a:t>
            </a:r>
            <a:br>
              <a:rPr lang="en-US" sz="2000" b="1" i="0" u="none" strike="noStrike" baseline="0" dirty="0">
                <a:latin typeface="TimesNewRomanPS-BoldMT"/>
              </a:rPr>
            </a:br>
            <a:endParaRPr lang="en-US" sz="2000" b="1" i="0" u="none" strike="noStrike" baseline="0" dirty="0">
              <a:latin typeface="TimesNewRomanPS-BoldMT"/>
            </a:endParaRPr>
          </a:p>
          <a:p>
            <a:r>
              <a:rPr lang="en-US" sz="2000" b="0" i="0" u="none" strike="noStrike" baseline="0" dirty="0">
                <a:latin typeface="TimesNewRomanPSMT"/>
              </a:rPr>
              <a:t>Project number: s-2026-045 / p-2026-061</a:t>
            </a:r>
            <a:br>
              <a:rPr lang="en-US" sz="2000" b="0" i="0" u="none" strike="noStrike" baseline="0" dirty="0">
                <a:latin typeface="TimesNewRomanPSMT"/>
              </a:rPr>
            </a:br>
            <a:r>
              <a:rPr lang="en-US" sz="2000" b="0" i="0" u="none" strike="noStrike" baseline="0" dirty="0">
                <a:latin typeface="TimesNewRomanPSMT"/>
              </a:rPr>
              <a:t> </a:t>
            </a:r>
            <a:br>
              <a:rPr lang="en-US" sz="2000" b="0" i="0" u="none" strike="noStrike" baseline="0" dirty="0">
                <a:latin typeface="TimesNewRomanPSMT"/>
              </a:rPr>
            </a:br>
            <a:br>
              <a:rPr lang="en-US" sz="2000" b="0" i="0" u="none" strike="noStrike" baseline="0" dirty="0">
                <a:latin typeface="TimesNewRomanPSMT"/>
              </a:rPr>
            </a:br>
            <a:r>
              <a:rPr lang="en-US" sz="2000" b="0" i="0" u="none" strike="noStrike" baseline="0" dirty="0">
                <a:latin typeface="TimesNewRomanPSMT"/>
              </a:rPr>
              <a:t>Students: Dotan Ann Hanna 211542311, Bahat Itamar 205805856</a:t>
            </a:r>
            <a:br>
              <a:rPr lang="en-US" sz="2000" b="0" i="0" u="none" strike="noStrike" baseline="0" dirty="0">
                <a:latin typeface="TimesNewRomanPSMT"/>
              </a:rPr>
            </a:br>
            <a:endParaRPr lang="en-US" sz="2000" b="0" i="0" u="none" strike="noStrike" baseline="0" dirty="0">
              <a:latin typeface="TimesNewRomanPSMT"/>
            </a:endParaRPr>
          </a:p>
          <a:p>
            <a:r>
              <a:rPr lang="en-US" sz="2000" b="0" i="1" u="none" strike="noStrike" baseline="0" dirty="0">
                <a:latin typeface="TimesNewRomanPS-ItalicMT"/>
              </a:rPr>
              <a:t>Emails: anndo@post.bgu.ac.il, bahit@post.bgu.ac.il </a:t>
            </a:r>
            <a:br>
              <a:rPr lang="en-US" sz="2000" b="0" i="1" u="none" strike="noStrike" baseline="0" dirty="0">
                <a:latin typeface="TimesNewRomanPS-ItalicMT"/>
              </a:rPr>
            </a:br>
            <a:br>
              <a:rPr lang="en-US" sz="2000" b="0" i="1" u="none" strike="noStrike" baseline="0" dirty="0">
                <a:latin typeface="TimesNewRomanPS-ItalicMT"/>
              </a:rPr>
            </a:br>
            <a:r>
              <a:rPr lang="en-US" sz="2000" b="0" i="0" u="none" strike="noStrike" baseline="0" dirty="0">
                <a:latin typeface="TimesNewRomanPSMT"/>
              </a:rPr>
              <a:t>Supervisors: </a:t>
            </a:r>
            <a:r>
              <a:rPr lang="en-US" sz="2000" b="0" i="0" u="none" strike="noStrike" baseline="0" dirty="0" err="1">
                <a:latin typeface="TimesNewRomanPSMT"/>
              </a:rPr>
              <a:t>Yitzhaky</a:t>
            </a:r>
            <a:r>
              <a:rPr lang="en-US" sz="2000" b="0" i="0" u="none" strike="noStrike" baseline="0" dirty="0">
                <a:latin typeface="TimesNewRomanPSMT"/>
              </a:rPr>
              <a:t> Yitzhak, Lerner Rinat </a:t>
            </a:r>
            <a:br>
              <a:rPr lang="en-US" sz="2000" b="0" i="0" u="none" strike="noStrike" baseline="0" dirty="0">
                <a:latin typeface="TimesNewRomanPSMT"/>
              </a:rPr>
            </a:br>
            <a:br>
              <a:rPr lang="en-US" sz="2000" b="0" i="0" u="none" strike="noStrike" baseline="0" dirty="0">
                <a:latin typeface="TimesNewRomanPSMT"/>
              </a:rPr>
            </a:br>
            <a:r>
              <a:rPr lang="en-US" sz="2000" b="0" i="0" u="none" strike="noStrike" baseline="0" dirty="0">
                <a:latin typeface="TimesNewRomanPSMT"/>
              </a:rPr>
              <a:t>Progress Presentation</a:t>
            </a:r>
            <a:br>
              <a:rPr lang="en-US" sz="2000" b="0" i="0" u="none" strike="noStrike" baseline="0" dirty="0">
                <a:latin typeface="TimesNewRomanPSMT"/>
              </a:rPr>
            </a:br>
            <a:br>
              <a:rPr lang="en-US" sz="2000" b="0" i="0" u="none" strike="noStrike" baseline="0" dirty="0">
                <a:latin typeface="TimesNewRomanPSMT"/>
              </a:rPr>
            </a:br>
            <a:r>
              <a:rPr lang="en-US" sz="2000" b="0" i="0" u="none" strike="noStrike" baseline="0" dirty="0">
                <a:latin typeface="TimesNewRomanPSMT"/>
              </a:rPr>
              <a:t>March 2026</a:t>
            </a:r>
            <a:endParaRPr lang="he-IL" sz="2000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893066E-F471-57F8-B678-E9659465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3" y="529540"/>
            <a:ext cx="1586368" cy="15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1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AA3C-FC86-220D-A585-8542909A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8E0AC190-E121-B5C2-A065-DB1A4E4AD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38548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E575-594C-B0F8-A618-F9762841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2E883105-591D-5F7E-14BF-20B9197F3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3645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582D-B195-EB68-E087-1416DF7AD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468485D9-25A8-FA0B-9DC6-131C077B1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8827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E637-8554-DAB4-6FF5-96785569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A4B54CA5-F8A7-D824-3D36-7332D3A084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5797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D3B0-A449-DB74-E319-E7829C0C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423774B6-5CAE-8E25-4988-DAB5C90F7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9195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3C51-C374-D00F-84ED-81DB664E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3EB059D6-2145-0C02-B1D0-471A9CA796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87046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9E32-3DE2-C535-3180-44445FF7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6CD48EBF-5C16-EA43-6626-C4172A7D5A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41385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9120-515C-279C-0C33-D22F28CA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3524C3AB-76F0-7E6E-E1CB-AEE20435F3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037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81E4-BE15-D065-2F9F-EB5873E0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460E0DA8-FF01-89EF-D4B6-ACE539ADF7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6328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4025-93E8-6529-EB44-CC6655B3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E50F5393-24A4-12DC-A305-4C46E80A0E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8815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6B70-6B3F-36A8-282E-96CCFFC7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משנה 6">
            <a:extLst>
              <a:ext uri="{FF2B5EF4-FFF2-40B4-BE49-F238E27FC236}">
                <a16:creationId xmlns:a16="http://schemas.microsoft.com/office/drawing/2014/main" id="{B566F7E4-BF70-C0C7-3AC1-FADDF39FDE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1805147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68</Words>
  <Application>Microsoft Office PowerPoint</Application>
  <PresentationFormat>מסך רחב</PresentationFormat>
  <Paragraphs>3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TimesNewRomanPS-BoldMT</vt:lpstr>
      <vt:lpstr>TimesNewRomanPS-ItalicMT</vt:lpstr>
      <vt:lpstr>TimesNewRomanPSMT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איתמר בהט</dc:creator>
  <cp:lastModifiedBy>איתמר בהט</cp:lastModifiedBy>
  <cp:revision>1</cp:revision>
  <dcterms:created xsi:type="dcterms:W3CDTF">2026-03-14T10:32:53Z</dcterms:created>
  <dcterms:modified xsi:type="dcterms:W3CDTF">2026-03-14T10:45:37Z</dcterms:modified>
</cp:coreProperties>
</file>